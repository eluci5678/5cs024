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6D82FE-AF97-4A4F-8230-1D0F60913D16}" v="5" dt="2026-02-16T14:18:56.5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ates, David" userId="681ed180-b391-474d-9856-2324326a2f3f" providerId="ADAL" clId="{607EEFFB-2DBD-413F-82F0-2110EEE26EA5}"/>
    <pc:docChg chg="modSld">
      <pc:chgData name="Keates, David" userId="681ed180-b391-474d-9856-2324326a2f3f" providerId="ADAL" clId="{607EEFFB-2DBD-413F-82F0-2110EEE26EA5}" dt="2026-02-16T14:18:56.528" v="5" actId="767"/>
      <pc:docMkLst>
        <pc:docMk/>
      </pc:docMkLst>
      <pc:sldChg chg="addSp delSp modSp">
        <pc:chgData name="Keates, David" userId="681ed180-b391-474d-9856-2324326a2f3f" providerId="ADAL" clId="{607EEFFB-2DBD-413F-82F0-2110EEE26EA5}" dt="2026-02-16T14:08:20.965" v="1" actId="767"/>
        <pc:sldMkLst>
          <pc:docMk/>
          <pc:sldMk cId="1869636229" sldId="256"/>
        </pc:sldMkLst>
        <pc:spChg chg="add mod">
          <ac:chgData name="Keates, David" userId="681ed180-b391-474d-9856-2324326a2f3f" providerId="ADAL" clId="{607EEFFB-2DBD-413F-82F0-2110EEE26EA5}" dt="2026-02-16T14:08:20.965" v="1" actId="767"/>
          <ac:spMkLst>
            <pc:docMk/>
            <pc:sldMk cId="1869636229" sldId="256"/>
            <ac:spMk id="2" creationId="{C2098192-53EE-2AE8-4C54-7C4B27E9D0F7}"/>
          </ac:spMkLst>
        </pc:spChg>
        <pc:spChg chg="del">
          <ac:chgData name="Keates, David" userId="681ed180-b391-474d-9856-2324326a2f3f" providerId="ADAL" clId="{607EEFFB-2DBD-413F-82F0-2110EEE26EA5}" dt="2026-02-16T14:08:17.521" v="0"/>
          <ac:spMkLst>
            <pc:docMk/>
            <pc:sldMk cId="1869636229" sldId="256"/>
            <ac:spMk id="12" creationId="{AAF2B550-93BF-FB3F-7E9B-0F43D0063509}"/>
          </ac:spMkLst>
        </pc:spChg>
      </pc:sldChg>
      <pc:sldChg chg="addSp modSp">
        <pc:chgData name="Keates, David" userId="681ed180-b391-474d-9856-2324326a2f3f" providerId="ADAL" clId="{607EEFFB-2DBD-413F-82F0-2110EEE26EA5}" dt="2026-02-16T14:18:56.528" v="5" actId="767"/>
        <pc:sldMkLst>
          <pc:docMk/>
          <pc:sldMk cId="1707207302" sldId="257"/>
        </pc:sldMkLst>
        <pc:spChg chg="add mod">
          <ac:chgData name="Keates, David" userId="681ed180-b391-474d-9856-2324326a2f3f" providerId="ADAL" clId="{607EEFFB-2DBD-413F-82F0-2110EEE26EA5}" dt="2026-02-16T14:15:54.209" v="2" actId="767"/>
          <ac:spMkLst>
            <pc:docMk/>
            <pc:sldMk cId="1707207302" sldId="257"/>
            <ac:spMk id="2" creationId="{2D71B2B8-33D9-C5DF-5EF5-BC09B9F8A95D}"/>
          </ac:spMkLst>
        </pc:spChg>
        <pc:spChg chg="add mod">
          <ac:chgData name="Keates, David" userId="681ed180-b391-474d-9856-2324326a2f3f" providerId="ADAL" clId="{607EEFFB-2DBD-413F-82F0-2110EEE26EA5}" dt="2026-02-16T14:16:12.298" v="3" actId="767"/>
          <ac:spMkLst>
            <pc:docMk/>
            <pc:sldMk cId="1707207302" sldId="257"/>
            <ac:spMk id="21" creationId="{BBCD0855-8EB8-1DFF-1B87-BA4950FD1187}"/>
          </ac:spMkLst>
        </pc:spChg>
        <pc:spChg chg="add mod">
          <ac:chgData name="Keates, David" userId="681ed180-b391-474d-9856-2324326a2f3f" providerId="ADAL" clId="{607EEFFB-2DBD-413F-82F0-2110EEE26EA5}" dt="2026-02-16T14:18:21.488" v="4" actId="767"/>
          <ac:spMkLst>
            <pc:docMk/>
            <pc:sldMk cId="1707207302" sldId="257"/>
            <ac:spMk id="23" creationId="{2B477329-B439-0C0D-3930-F910C93020FB}"/>
          </ac:spMkLst>
        </pc:spChg>
        <pc:spChg chg="add mod">
          <ac:chgData name="Keates, David" userId="681ed180-b391-474d-9856-2324326a2f3f" providerId="ADAL" clId="{607EEFFB-2DBD-413F-82F0-2110EEE26EA5}" dt="2026-02-16T14:18:56.528" v="5" actId="767"/>
          <ac:spMkLst>
            <pc:docMk/>
            <pc:sldMk cId="1707207302" sldId="257"/>
            <ac:spMk id="29" creationId="{BD9A3D1A-4E50-58E7-1208-59F59B27829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7F243-8690-B6CC-62D0-BD0A6AF3DF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654955-5C22-166B-87C9-44CB7F2706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EEEF8-6A2E-88D9-4539-216752285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06CB-369E-4317-A5C7-DD61E2DBA2A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27576-65CB-9943-7320-67B2D8F4E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885D9-15E0-3B49-E58B-4387CA1DE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1373D-25B8-4A18-9289-1AAF2BAD1A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203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E3211-5FF2-7858-6241-6A6BB6516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3DF3F-0231-AFBC-10DE-C683B2A44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F17CC-62DF-679C-0518-E1C63421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06CB-369E-4317-A5C7-DD61E2DBA2A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898B6-73B6-3111-37A7-295961DB6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F7FE9-BF76-8E1A-169D-A1D936A0F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1373D-25B8-4A18-9289-1AAF2BAD1A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9697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DDF9C-4403-9012-D60E-39D5B4A3A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D8DBF-78FE-A6F6-4E5E-78D1BE1D3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271F6-5135-7AEE-E60E-1D2FAD642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06CB-369E-4317-A5C7-DD61E2DBA2A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9E602-E1AF-122F-50CA-E5FD07F74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F3B5C-F99F-0C8A-579C-5366FF5F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1373D-25B8-4A18-9289-1AAF2BAD1A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5323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CE0CF-3187-16A8-A8B0-4A56C1AFF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A74FD-1046-1B80-4AA5-56C07C5A14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878A3-0515-49E1-88AD-AD2A85026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B723D2-6A83-4C98-8076-6F757763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06CB-369E-4317-A5C7-DD61E2DBA2A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6C3BD-51B5-E315-CA89-1B94E765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6DF0F-4061-9A7F-D9F5-0455AF2BE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1373D-25B8-4A18-9289-1AAF2BAD1A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391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22935-55B6-32A6-91DC-577DE7DF5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4B36F-B541-7454-BE37-10986F034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AB4E21-6C21-F68A-28C6-D8C165E88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D7098D-A12D-5DA2-2D0D-1B318D3662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A90A72-7C44-90A9-0978-90C3D19640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8040C3-2B2C-DC67-F006-CB11532FE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06CB-369E-4317-A5C7-DD61E2DBA2A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CE4D2C-AE9F-FE56-DC27-42FF70E37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EC212C-2908-B9A0-45AF-DB6A58DC2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1373D-25B8-4A18-9289-1AAF2BAD1A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25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CF37E-1F5D-6B59-52E5-B3AC05796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D77AF3-6D44-7FCC-0977-24C783A00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06CB-369E-4317-A5C7-DD61E2DBA2A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68CA95-3A29-D359-7494-BAFC87D42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F04C52-9A79-CDCF-0CE0-321D67EF1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1373D-25B8-4A18-9289-1AAF2BAD1A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494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AE09DA-CD77-CC12-22FB-D9BE1D4F7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06CB-369E-4317-A5C7-DD61E2DBA2A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580508-237F-92C6-B97E-38D3EB2A2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7368E-3965-1896-FEA4-EBB4CC341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1373D-25B8-4A18-9289-1AAF2BAD1A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18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2C400-38BC-09A9-396E-A3436F39D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794A5-3FF1-783A-4DDA-FDF1EFC5C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A4942A-BFD3-FC2E-8292-9AF3A77A5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30CCCE-6DC0-CCDD-7F5D-5F57C0DE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06CB-369E-4317-A5C7-DD61E2DBA2A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445A9-6896-9C1B-586E-9AA5D289A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63135-7C69-038C-E0F7-964FC2A58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1373D-25B8-4A18-9289-1AAF2BAD1A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506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9DDEC-2D6A-6E37-3FD3-5627DEDD4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A5C90D-33D6-9EA4-6E9A-2E2302DE95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6DFDB-B67B-90D2-D765-284211F4F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812B2-EEEA-9BBF-2F17-19957EE8D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06CB-369E-4317-A5C7-DD61E2DBA2A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5C59B-F401-0A2E-EF59-154E4C803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5E7DF-AFF8-17D1-ECCB-D40AC13A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1373D-25B8-4A18-9289-1AAF2BAD1A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666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F1F0B-D944-9CD2-EBDB-978A277CE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03C7B5-21A8-D194-87A4-262CB00D5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EAB81-9EB1-30F7-37ED-83E1DD960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06CB-369E-4317-A5C7-DD61E2DBA2A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8289B-D125-2A0F-CD22-E4B6285D3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9DF50-60F5-4294-B107-8245A5391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1373D-25B8-4A18-9289-1AAF2BAD1A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2830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D758F1-6991-E2D0-9A72-5F1C37477B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11F090-9043-AD2A-C9F6-8FC263C7EA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4A754-52AF-BCA9-D687-1A5DDA826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006CB-369E-4317-A5C7-DD61E2DBA2A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F7086-BA8D-BDCE-6284-EE2FB9F06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F075C-558C-5C39-B47B-277F5AF9F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1373D-25B8-4A18-9289-1AAF2BAD1A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510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1A5116-8F45-B354-1143-245906D7F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90EFA-624A-C08D-65A6-ACCCEF69C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55CCC-2F7B-92C2-C5BC-877040893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006CB-369E-4317-A5C7-DD61E2DBA2AF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3925B-BC9D-36A3-D94A-A61A15E9AE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B463E-7C46-DB9F-C6BC-DE7D9227F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21373D-25B8-4A18-9289-1AAF2BAD1A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8923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78D8B44-F6F3-9357-CAF3-11AD0F65952A}"/>
              </a:ext>
            </a:extLst>
          </p:cNvPr>
          <p:cNvCxnSpPr/>
          <p:nvPr/>
        </p:nvCxnSpPr>
        <p:spPr>
          <a:xfrm>
            <a:off x="9525" y="3434838"/>
            <a:ext cx="1219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FBB815C-578A-E462-B0BE-BCE94A6D8125}"/>
              </a:ext>
            </a:extLst>
          </p:cNvPr>
          <p:cNvSpPr txBox="1"/>
          <p:nvPr/>
        </p:nvSpPr>
        <p:spPr>
          <a:xfrm>
            <a:off x="442145" y="1955986"/>
            <a:ext cx="20352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Week 3. understand app layout and analyse potential issues</a:t>
            </a:r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2067E6-E3F1-D2D5-0439-D015A666AFA6}"/>
              </a:ext>
            </a:extLst>
          </p:cNvPr>
          <p:cNvSpPr txBox="1"/>
          <p:nvPr/>
        </p:nvSpPr>
        <p:spPr>
          <a:xfrm>
            <a:off x="2054635" y="3887122"/>
            <a:ext cx="21925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Week 4. code writing and data gathering</a:t>
            </a:r>
          </a:p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2E10D7-A37B-8CB7-B923-2FE88D521DFB}"/>
              </a:ext>
            </a:extLst>
          </p:cNvPr>
          <p:cNvSpPr txBox="1"/>
          <p:nvPr/>
        </p:nvSpPr>
        <p:spPr>
          <a:xfrm>
            <a:off x="4699512" y="1818054"/>
            <a:ext cx="1406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Week 5. security implementations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7D013D-E0C2-2AB4-A1E6-A825C5ADD506}"/>
              </a:ext>
            </a:extLst>
          </p:cNvPr>
          <p:cNvSpPr txBox="1"/>
          <p:nvPr/>
        </p:nvSpPr>
        <p:spPr>
          <a:xfrm>
            <a:off x="6577473" y="3887122"/>
            <a:ext cx="20451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Week 6. trial runs and video creation</a:t>
            </a:r>
          </a:p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9B5961-ADD4-1B8D-19A6-05496957C0FB}"/>
              </a:ext>
            </a:extLst>
          </p:cNvPr>
          <p:cNvSpPr txBox="1"/>
          <p:nvPr/>
        </p:nvSpPr>
        <p:spPr>
          <a:xfrm>
            <a:off x="8055792" y="1869362"/>
            <a:ext cx="22741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Week 7 voice recording and video editing</a:t>
            </a:r>
          </a:p>
          <a:p>
            <a:endParaRPr lang="en-GB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89B76-FF8E-FB8E-EC01-40D8566E4DAF}"/>
              </a:ext>
            </a:extLst>
          </p:cNvPr>
          <p:cNvCxnSpPr/>
          <p:nvPr/>
        </p:nvCxnSpPr>
        <p:spPr>
          <a:xfrm flipV="1">
            <a:off x="1317215" y="2608026"/>
            <a:ext cx="0" cy="8268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F9C100F-455C-3699-C84A-57FE2AC3BB11}"/>
              </a:ext>
            </a:extLst>
          </p:cNvPr>
          <p:cNvCxnSpPr/>
          <p:nvPr/>
        </p:nvCxnSpPr>
        <p:spPr>
          <a:xfrm>
            <a:off x="2792054" y="3434838"/>
            <a:ext cx="0" cy="560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09B700-F122-0E62-F4BE-F8A6690E71A6}"/>
              </a:ext>
            </a:extLst>
          </p:cNvPr>
          <p:cNvCxnSpPr/>
          <p:nvPr/>
        </p:nvCxnSpPr>
        <p:spPr>
          <a:xfrm flipV="1">
            <a:off x="5377938" y="2323793"/>
            <a:ext cx="0" cy="11110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CD2DAB-401D-DFA5-2724-3E7F33A1D01E}"/>
              </a:ext>
            </a:extLst>
          </p:cNvPr>
          <p:cNvCxnSpPr>
            <a:endCxn id="10" idx="0"/>
          </p:cNvCxnSpPr>
          <p:nvPr/>
        </p:nvCxnSpPr>
        <p:spPr>
          <a:xfrm>
            <a:off x="7600028" y="3434838"/>
            <a:ext cx="0" cy="4522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A400C5C-7827-286C-F908-0EF2690D78B4}"/>
              </a:ext>
            </a:extLst>
          </p:cNvPr>
          <p:cNvCxnSpPr/>
          <p:nvPr/>
        </p:nvCxnSpPr>
        <p:spPr>
          <a:xfrm flipV="1">
            <a:off x="9138776" y="2409825"/>
            <a:ext cx="0" cy="10250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7B0349F-E2B5-3378-E6E3-9476759AC419}"/>
              </a:ext>
            </a:extLst>
          </p:cNvPr>
          <p:cNvCxnSpPr/>
          <p:nvPr/>
        </p:nvCxnSpPr>
        <p:spPr>
          <a:xfrm>
            <a:off x="10815177" y="3434838"/>
            <a:ext cx="0" cy="5604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2098192-53EE-2AE8-4C54-7C4B27E9D0F7}"/>
              </a:ext>
            </a:extLst>
          </p:cNvPr>
          <p:cNvSpPr txBox="1"/>
          <p:nvPr/>
        </p:nvSpPr>
        <p:spPr>
          <a:xfrm>
            <a:off x="9677400" y="4162425"/>
            <a:ext cx="22764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Week 8 and beyond making the application look as profession and appealing to students for engaging purposes as much as possible</a:t>
            </a:r>
          </a:p>
        </p:txBody>
      </p:sp>
    </p:spTree>
    <p:extLst>
      <p:ext uri="{BB962C8B-B14F-4D97-AF65-F5344CB8AC3E}">
        <p14:creationId xmlns:p14="http://schemas.microsoft.com/office/powerpoint/2010/main" val="1869636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1F7E0B6-EEDD-BF84-FA0E-E6D8562C74A8}"/>
              </a:ext>
            </a:extLst>
          </p:cNvPr>
          <p:cNvSpPr/>
          <p:nvPr/>
        </p:nvSpPr>
        <p:spPr>
          <a:xfrm>
            <a:off x="4660490" y="2871019"/>
            <a:ext cx="2123768" cy="7079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94C925-BB6D-BA07-AB42-BDBB5CE15A8F}"/>
              </a:ext>
            </a:extLst>
          </p:cNvPr>
          <p:cNvSpPr txBox="1"/>
          <p:nvPr/>
        </p:nvSpPr>
        <p:spPr>
          <a:xfrm>
            <a:off x="4822722" y="3037856"/>
            <a:ext cx="2408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Potential issues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68BA3-7E36-EA9A-DB65-D15CE5F621F1}"/>
              </a:ext>
            </a:extLst>
          </p:cNvPr>
          <p:cNvSpPr txBox="1"/>
          <p:nvPr/>
        </p:nvSpPr>
        <p:spPr>
          <a:xfrm>
            <a:off x="2782529" y="2094271"/>
            <a:ext cx="1877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Time constraints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75E6A-E605-EFD1-722C-142501C4E2E9}"/>
              </a:ext>
            </a:extLst>
          </p:cNvPr>
          <p:cNvSpPr txBox="1"/>
          <p:nvPr/>
        </p:nvSpPr>
        <p:spPr>
          <a:xfrm>
            <a:off x="7305368" y="1724939"/>
            <a:ext cx="2104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Coding </a:t>
            </a:r>
            <a:r>
              <a:rPr lang="en-GB" dirty="0" err="1"/>
              <a:t>limitaitions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B54287-751B-57D4-DFAF-B0EB8FDD686D}"/>
              </a:ext>
            </a:extLst>
          </p:cNvPr>
          <p:cNvSpPr txBox="1"/>
          <p:nvPr/>
        </p:nvSpPr>
        <p:spPr>
          <a:xfrm>
            <a:off x="7497096" y="4579064"/>
            <a:ext cx="270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Communication issues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5ED40C-552D-955D-8C5D-248B43EB8483}"/>
              </a:ext>
            </a:extLst>
          </p:cNvPr>
          <p:cNvSpPr txBox="1"/>
          <p:nvPr/>
        </p:nvSpPr>
        <p:spPr>
          <a:xfrm>
            <a:off x="2133600" y="4155653"/>
            <a:ext cx="1877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Unable to attend certain roles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93294-DE14-8BA6-E9DC-12BA64B3F06E}"/>
              </a:ext>
            </a:extLst>
          </p:cNvPr>
          <p:cNvSpPr txBox="1"/>
          <p:nvPr/>
        </p:nvSpPr>
        <p:spPr>
          <a:xfrm>
            <a:off x="147484" y="5476568"/>
            <a:ext cx="2890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If some is ill and cant accomplish there role, substitutes are necessary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B656EB-78AD-039E-EE66-7C4A4CAC5188}"/>
              </a:ext>
            </a:extLst>
          </p:cNvPr>
          <p:cNvSpPr txBox="1"/>
          <p:nvPr/>
        </p:nvSpPr>
        <p:spPr>
          <a:xfrm>
            <a:off x="1592826" y="47917"/>
            <a:ext cx="3067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Keep an eye on the progress and see if its meeting up with the week 9 dead 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636FC3-8600-4D95-319C-00D6B6C41A36}"/>
              </a:ext>
            </a:extLst>
          </p:cNvPr>
          <p:cNvSpPr txBox="1"/>
          <p:nvPr/>
        </p:nvSpPr>
        <p:spPr>
          <a:xfrm>
            <a:off x="8377084" y="196645"/>
            <a:ext cx="36772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Scott is </a:t>
            </a:r>
            <a:r>
              <a:rPr lang="en-GB" dirty="0" err="1"/>
              <a:t>obviousoly</a:t>
            </a:r>
            <a:r>
              <a:rPr lang="en-GB" dirty="0"/>
              <a:t> very good at coding but everyone has limitations. Make sure all ideas are within the realms of possibility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CBA563-0C91-F6C3-1F46-2F880BF4A52F}"/>
              </a:ext>
            </a:extLst>
          </p:cNvPr>
          <p:cNvSpPr txBox="1"/>
          <p:nvPr/>
        </p:nvSpPr>
        <p:spPr>
          <a:xfrm>
            <a:off x="8937523" y="5781368"/>
            <a:ext cx="31168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Keep </a:t>
            </a:r>
            <a:r>
              <a:rPr lang="en-GB" dirty="0" err="1"/>
              <a:t>ontop</a:t>
            </a:r>
            <a:r>
              <a:rPr lang="en-GB" dirty="0"/>
              <a:t> of discord to keep an eye on any immediate changes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B821D0-5BAE-4DAA-7FCA-E0FD078C62F7}"/>
              </a:ext>
            </a:extLst>
          </p:cNvPr>
          <p:cNvCxnSpPr/>
          <p:nvPr/>
        </p:nvCxnSpPr>
        <p:spPr>
          <a:xfrm flipH="1" flipV="1">
            <a:off x="4119716" y="2463603"/>
            <a:ext cx="703006" cy="5742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923105-A87B-98F6-D470-5CEA214090EE}"/>
              </a:ext>
            </a:extLst>
          </p:cNvPr>
          <p:cNvCxnSpPr>
            <a:stCxn id="4" idx="0"/>
            <a:endCxn id="10" idx="2"/>
          </p:cNvCxnSpPr>
          <p:nvPr/>
        </p:nvCxnSpPr>
        <p:spPr>
          <a:xfrm flipH="1" flipV="1">
            <a:off x="3126658" y="971247"/>
            <a:ext cx="594852" cy="1123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F35F2E-BC80-5187-31CA-987EEB4088DF}"/>
              </a:ext>
            </a:extLst>
          </p:cNvPr>
          <p:cNvCxnSpPr>
            <a:stCxn id="8" idx="7"/>
          </p:cNvCxnSpPr>
          <p:nvPr/>
        </p:nvCxnSpPr>
        <p:spPr>
          <a:xfrm flipV="1">
            <a:off x="6473239" y="2094271"/>
            <a:ext cx="1392567" cy="8804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6549592-ECC7-37A1-EDD8-760376C3E57B}"/>
              </a:ext>
            </a:extLst>
          </p:cNvPr>
          <p:cNvCxnSpPr/>
          <p:nvPr/>
        </p:nvCxnSpPr>
        <p:spPr>
          <a:xfrm flipV="1">
            <a:off x="8681884" y="1396974"/>
            <a:ext cx="353961" cy="4121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1F8F3E3-61D0-C8C4-1E17-8465CB7A1D09}"/>
              </a:ext>
            </a:extLst>
          </p:cNvPr>
          <p:cNvCxnSpPr/>
          <p:nvPr/>
        </p:nvCxnSpPr>
        <p:spPr>
          <a:xfrm flipH="1">
            <a:off x="3618271" y="3429000"/>
            <a:ext cx="1204451" cy="7266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D64DE0-A9CD-43D5-169F-EC371F3403E5}"/>
              </a:ext>
            </a:extLst>
          </p:cNvPr>
          <p:cNvCxnSpPr/>
          <p:nvPr/>
        </p:nvCxnSpPr>
        <p:spPr>
          <a:xfrm flipH="1">
            <a:off x="2133600" y="4689987"/>
            <a:ext cx="383458" cy="7865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14EB90B-D980-F0C3-1BE2-84504182F8F5}"/>
              </a:ext>
            </a:extLst>
          </p:cNvPr>
          <p:cNvCxnSpPr/>
          <p:nvPr/>
        </p:nvCxnSpPr>
        <p:spPr>
          <a:xfrm>
            <a:off x="6626942" y="3429000"/>
            <a:ext cx="1386348" cy="10348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1A497F-0550-FF1B-0D67-4D4A25F25074}"/>
              </a:ext>
            </a:extLst>
          </p:cNvPr>
          <p:cNvCxnSpPr/>
          <p:nvPr/>
        </p:nvCxnSpPr>
        <p:spPr>
          <a:xfrm>
            <a:off x="9576619" y="4948396"/>
            <a:ext cx="363794" cy="7248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D71B2B8-33D9-C5DF-5EF5-BC09B9F8A95D}"/>
              </a:ext>
            </a:extLst>
          </p:cNvPr>
          <p:cNvSpPr txBox="1"/>
          <p:nvPr/>
        </p:nvSpPr>
        <p:spPr>
          <a:xfrm>
            <a:off x="8115300" y="2974692"/>
            <a:ext cx="1284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Password leaks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98548F7-DB53-8E6E-DB33-FE786102AEA9}"/>
              </a:ext>
            </a:extLst>
          </p:cNvPr>
          <p:cNvCxnSpPr/>
          <p:nvPr/>
        </p:nvCxnSpPr>
        <p:spPr>
          <a:xfrm>
            <a:off x="6784258" y="3228975"/>
            <a:ext cx="1229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4E9ED5-1F49-08F5-5D63-164D430C7ED6}"/>
              </a:ext>
            </a:extLst>
          </p:cNvPr>
          <p:cNvCxnSpPr/>
          <p:nvPr/>
        </p:nvCxnSpPr>
        <p:spPr>
          <a:xfrm>
            <a:off x="9258300" y="3228975"/>
            <a:ext cx="1343025" cy="4953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BCD0855-8EB8-1DFF-1B87-BA4950FD1187}"/>
              </a:ext>
            </a:extLst>
          </p:cNvPr>
          <p:cNvSpPr txBox="1"/>
          <p:nvPr/>
        </p:nvSpPr>
        <p:spPr>
          <a:xfrm>
            <a:off x="10200967" y="3790950"/>
            <a:ext cx="17338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Failure to keep private data private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477329-B439-0C0D-3930-F910C93020FB}"/>
              </a:ext>
            </a:extLst>
          </p:cNvPr>
          <p:cNvSpPr txBox="1"/>
          <p:nvPr/>
        </p:nvSpPr>
        <p:spPr>
          <a:xfrm>
            <a:off x="610216" y="3577697"/>
            <a:ext cx="1710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Security issues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337687E-1AC7-9CBB-FF5E-5A3C96B6792D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2409825" y="3224981"/>
            <a:ext cx="2250665" cy="3960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D9A3D1A-4E50-58E7-1208-59F59B27829A}"/>
              </a:ext>
            </a:extLst>
          </p:cNvPr>
          <p:cNvSpPr txBox="1"/>
          <p:nvPr/>
        </p:nvSpPr>
        <p:spPr>
          <a:xfrm>
            <a:off x="30800" y="1088312"/>
            <a:ext cx="22472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Password hashing, fails. And unable to keep the application safe.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45C66DD-2CD8-76BF-A7BE-D7E2D809C6FB}"/>
              </a:ext>
            </a:extLst>
          </p:cNvPr>
          <p:cNvCxnSpPr/>
          <p:nvPr/>
        </p:nvCxnSpPr>
        <p:spPr>
          <a:xfrm>
            <a:off x="1076325" y="2000250"/>
            <a:ext cx="200025" cy="1476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207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160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Keates</dc:creator>
  <cp:lastModifiedBy>Keates, David</cp:lastModifiedBy>
  <cp:revision>1</cp:revision>
  <dcterms:created xsi:type="dcterms:W3CDTF">2026-01-30T17:43:42Z</dcterms:created>
  <dcterms:modified xsi:type="dcterms:W3CDTF">2026-02-16T14:20:54Z</dcterms:modified>
</cp:coreProperties>
</file>